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75" r:id="rId4"/>
    <p:sldId id="276" r:id="rId5"/>
    <p:sldId id="277" r:id="rId6"/>
    <p:sldId id="274" r:id="rId7"/>
  </p:sldIdLst>
  <p:sldSz cx="9144000" cy="5143500" type="screen16x9"/>
  <p:notesSz cx="6858000" cy="9144000"/>
  <p:embeddedFontLst>
    <p:embeddedFont>
      <p:font typeface="Pretendard" panose="02000503000000020004" pitchFamily="2" charset="-127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CE0"/>
    <a:srgbClr val="A1ADCB"/>
    <a:srgbClr val="19264A"/>
    <a:srgbClr val="43568B"/>
    <a:srgbClr val="6A738C"/>
    <a:srgbClr val="212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53" autoAdjust="0"/>
    <p:restoredTop sz="94756"/>
  </p:normalViewPr>
  <p:slideViewPr>
    <p:cSldViewPr snapToGrid="0">
      <p:cViewPr varScale="1">
        <p:scale>
          <a:sx n="105" d="100"/>
          <a:sy n="105" d="100"/>
        </p:scale>
        <p:origin x="208" y="8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58DDACE-236A-3687-E7BF-D320D9D3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2BFEF6F-3543-AEFB-DD05-A4D243F4F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E84DD28-FAF6-7EC0-0DC3-A1122F8AE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174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799AA74-04C2-B7AF-0540-5A85C94F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BA2C62D-0C71-A423-2279-D386964B1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D5EF0EE-A6D9-813B-E938-590F7497B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509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1FD0331-912F-A565-603F-F13B6770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66FE1F9-3F06-FEF4-8837-A119FD1C09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641923E-1930-B854-8F35-B70B64899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423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3DFFD06-A972-58C8-A0E5-42AE6054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F2D4FC1-DBDE-335C-566D-7D50AD292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B84C480-C4A0-D5D8-9E6F-64987B661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7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687450" cy="161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리서치</a:t>
            </a:r>
            <a:r>
              <a:rPr lang="en-US" altLang="ko-KR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NLP1</a:t>
            </a:r>
            <a:r>
              <a:rPr lang="ko-KR" altLang="en-US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주제 발표</a:t>
            </a:r>
            <a:endParaRPr sz="25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동계 컨퍼런스</a:t>
            </a:r>
            <a:endParaRPr lang="en-US" altLang="ko-KR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25.12.26.</a:t>
            </a:r>
            <a:endParaRPr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1.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연구 배경 및 제안</a:t>
            </a:r>
            <a:endParaRPr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6FEE0F91-383C-2F60-3958-CB309768F5A2}"/>
              </a:ext>
            </a:extLst>
          </p:cNvPr>
          <p:cNvSpPr txBox="1"/>
          <p:nvPr/>
        </p:nvSpPr>
        <p:spPr>
          <a:xfrm>
            <a:off x="1646571" y="933630"/>
            <a:ext cx="7009749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문제점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RAG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모든 문서를 동일한 확률로 탐색하여 비효율적이며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	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복잡한 질의 처리에 한계가 있음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해결책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HVDR)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검색을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의사결정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Plan&amp; Search)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과정으로 정의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25000"/>
              </a:lnSpc>
            </a:pPr>
            <a:b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Plan):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최적의 도메인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Search):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하이브리드 점수를 기반으로 최적의 조항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Article/Chunk) 	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조합 선택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정적 규칙이 아닌 강화학습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RL)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 검색 정책을 최적화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ko-KR" alt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80B20D8-6A20-B09A-0866-630A588E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4E12733-F4AA-1E9C-7651-6CCCE315423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CB618EC-7A79-3E96-AF95-14405708898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5C21B73-5850-F194-8184-C15B41631A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D028593-C4D4-2493-BD7A-1AA81C241769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2.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시스템 아키텍처</a:t>
            </a:r>
            <a:endParaRPr sz="20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NanumGothic ExtraBold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57C434FD-E0D2-E93A-2434-6FC3F2B62EDD}"/>
              </a:ext>
            </a:extLst>
          </p:cNvPr>
          <p:cNvSpPr txBox="1"/>
          <p:nvPr/>
        </p:nvSpPr>
        <p:spPr>
          <a:xfrm>
            <a:off x="1597610" y="958273"/>
            <a:ext cx="3240359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질의 입력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↓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[1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Planning: </a:t>
            </a:r>
            <a:r>
              <a:rPr lang="en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V_plan</a:t>
            </a:r>
            <a:endParaRPr lang="en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5000"/>
              </a:lnSpc>
            </a:pP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어디를 찾을 것인가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?"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 도메인 선택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[2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Searching: </a:t>
            </a:r>
            <a:r>
              <a:rPr lang="en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V_search</a:t>
            </a:r>
            <a:endParaRPr lang="en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25000"/>
              </a:lnSpc>
            </a:pP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무엇을 중요하게 볼 것인가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?"</a:t>
            </a:r>
          </a:p>
          <a:p>
            <a:pPr algn="ctr">
              <a:lnSpc>
                <a:spcPct val="125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 문서 조합 선택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</a:p>
          <a:p>
            <a:pPr algn="ctr">
              <a:lnSpc>
                <a:spcPct val="125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답변 생성</a:t>
            </a: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8FB10842-F146-C605-FB96-F0C0D840AC60}"/>
              </a:ext>
            </a:extLst>
          </p:cNvPr>
          <p:cNvSpPr txBox="1"/>
          <p:nvPr/>
        </p:nvSpPr>
        <p:spPr>
          <a:xfrm>
            <a:off x="5730766" y="2158601"/>
            <a:ext cx="324035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spAutoFit/>
          </a:bodyPr>
          <a:lstStyle/>
          <a:p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</a:t>
            </a:r>
            <a:r>
              <a:rPr lang="ko-KR" altLang="en-US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차별점</a:t>
            </a:r>
            <a:endParaRPr lang="ko-KR" altLang="en-US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학습 가능한 가치 함수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 ✗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r>
              <a:rPr lang="en-US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동적 의사결정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정적 구조 ✗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r>
              <a:rPr lang="en-US" altLang="ko-Kore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종단간 최적화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단계별 최적화 ✗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10" name="그래픽 9" descr="갈매기형 화살표 윤곽선">
            <a:extLst>
              <a:ext uri="{FF2B5EF4-FFF2-40B4-BE49-F238E27FC236}">
                <a16:creationId xmlns:a16="http://schemas.microsoft.com/office/drawing/2014/main" id="{B52A0BA6-D963-4F0D-7DA9-C88A98CE8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7969" y="2333305"/>
            <a:ext cx="725928" cy="72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5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B5F7F87-AD91-8917-4325-D10CEE67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3DD32A2-4148-455F-5EE7-2D46473E062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DF8B43B2-356F-4123-5281-6C4D68B1CFF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F79E090-A92B-3D7B-B1D4-B3CD33CC10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CA49AC2-0825-F2D0-9131-6C531E493CCB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3. 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진행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CD312-033C-AA62-6A7F-C4FF5F637526}"/>
              </a:ext>
            </a:extLst>
          </p:cNvPr>
          <p:cNvSpPr txBox="1"/>
          <p:nvPr/>
        </p:nvSpPr>
        <p:spPr>
          <a:xfrm>
            <a:off x="1578864" y="941076"/>
            <a:ext cx="7211568" cy="336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구현 현황</a:t>
            </a:r>
            <a:endParaRPr lang="ko-KR" alt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ore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HVDR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ore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Environment)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</a:t>
            </a:r>
            <a:r>
              <a:rPr lang="en" altLang="ko-Kore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MAPPO 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ore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Trainer)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 완료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ore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Baseline(Random, Greedy)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 평가 파이프라인 구축 완료</a:t>
            </a:r>
            <a:endParaRPr lang="en-US" altLang="ko-KR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ore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Pilot Test (</a:t>
            </a: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테스트베드</a:t>
            </a:r>
            <a:r>
              <a:rPr lang="en-US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</a:t>
            </a:r>
            <a:r>
              <a:rPr lang="en-US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계층 구조가 뚜렷한 법률 데이터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ore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Legal Dataset)</a:t>
            </a:r>
            <a:r>
              <a:rPr lang="ko-KR" altLang="en-US" sz="1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우선 적용하여 프레임워크 동작 검증 중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 </a:t>
            </a:r>
            <a:r>
              <a:rPr lang="en-US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법률은 계층적 특성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절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검증을 위한 </a:t>
            </a:r>
            <a:r>
              <a:rPr lang="ko-KR" altLang="en-US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실험용 도메인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이며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타겟 도메인은 성능 검증 후 확정 예정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430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CED8874-D1FF-C1D5-02D4-93971767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9B1628F-03C5-B121-CA0A-7D4054B11C5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46B3666A-36ED-CD62-012D-381318460DE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E8F1F50-A1A1-E278-2869-41179D1AB4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61121FE-A824-B14D-6B60-95166E800218}"/>
              </a:ext>
            </a:extLst>
          </p:cNvPr>
          <p:cNvSpPr txBox="1"/>
          <p:nvPr/>
        </p:nvSpPr>
        <p:spPr>
          <a:xfrm>
            <a:off x="1353975" y="21187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4.</a:t>
            </a:r>
            <a:r>
              <a:rPr lang="ko-KR" altLang="en-US" sz="20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Gothic ExtraBold"/>
              </a:rPr>
              <a:t> 향후 계획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5A221-EE40-0849-9381-90FE338D0CC1}"/>
              </a:ext>
            </a:extLst>
          </p:cNvPr>
          <p:cNvSpPr txBox="1"/>
          <p:nvPr/>
        </p:nvSpPr>
        <p:spPr>
          <a:xfrm>
            <a:off x="1468766" y="1542925"/>
            <a:ext cx="7382626" cy="17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단기</a:t>
            </a:r>
            <a:r>
              <a:rPr lang="en-US" altLang="ko-KR" sz="1800" b="1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법률 데이터를 이용한 </a:t>
            </a:r>
            <a:r>
              <a:rPr lang="en" altLang="ko-Kore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HVDR 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학습 및 </a:t>
            </a:r>
            <a:r>
              <a:rPr lang="en" altLang="ko-Kore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Baseline 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대비 </a:t>
            </a:r>
            <a:r>
              <a:rPr lang="ko-KR" alt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</a:t>
            </a:r>
            <a:r>
              <a:rPr lang="en-US" altLang="ko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속도</a:t>
            </a:r>
            <a:r>
              <a:rPr lang="en-US" altLang="ko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정확도</a:t>
            </a:r>
            <a:r>
              <a:rPr lang="en-US" altLang="ko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 검증</a:t>
            </a:r>
            <a:endParaRPr lang="en-US" altLang="ko-KR" sz="180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중기</a:t>
            </a:r>
            <a:r>
              <a:rPr lang="en-US" altLang="ko-KR" sz="1800" b="1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실험 결과를 바탕으로 </a:t>
            </a:r>
            <a:r>
              <a:rPr lang="ko-KR" altLang="en-US" sz="1800" b="1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최적의 적용 도메인 최종 선정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법률 유지 </a:t>
            </a:r>
            <a:r>
              <a:rPr lang="en" altLang="ko-Kore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</a:t>
            </a:r>
            <a:r>
              <a:rPr lang="en-US" altLang="ko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b="1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장기</a:t>
            </a:r>
            <a:r>
              <a:rPr lang="en-US" altLang="ko-KR" sz="1800" b="1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ore-KR" sz="180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V_plan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</a:t>
            </a:r>
            <a:r>
              <a:rPr lang="en" altLang="ko-Kore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V_{search(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탐색</a:t>
            </a:r>
            <a:r>
              <a:rPr lang="en-US" altLang="ko-KR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8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에이전트 고도화 및 최종 논문 작성</a:t>
            </a:r>
            <a:endParaRPr lang="en-US" altLang="ko-KR" sz="180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515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F31C13B-7E61-3F2C-0DDA-FBF513C5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657E9C7D-B6F4-9AB9-62ED-3FA0D8E934F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4F4DE70-E5CB-3D30-01F4-DE66AC80B9A7}"/>
              </a:ext>
            </a:extLst>
          </p:cNvPr>
          <p:cNvSpPr txBox="1"/>
          <p:nvPr/>
        </p:nvSpPr>
        <p:spPr>
          <a:xfrm>
            <a:off x="1181088" y="2258218"/>
            <a:ext cx="7962912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sz="2500" b="1" dirty="0">
              <a:solidFill>
                <a:srgbClr val="19264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0EA5CDBC-1671-A53E-4FDA-D3085ED4B2C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AC11BE98-144F-84E0-0929-05C19A45F5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1844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327</Words>
  <Application>Microsoft Macintosh PowerPoint</Application>
  <PresentationFormat>화면 슬라이드 쇼(16:9)</PresentationFormat>
  <Paragraphs>40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Pretendard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오유리</cp:lastModifiedBy>
  <cp:revision>17</cp:revision>
  <cp:lastPrinted>2025-11-25T08:28:15Z</cp:lastPrinted>
  <dcterms:modified xsi:type="dcterms:W3CDTF">2025-12-26T09:59:32Z</dcterms:modified>
</cp:coreProperties>
</file>